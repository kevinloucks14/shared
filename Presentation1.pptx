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03D55-281D-37FB-B01B-67F95A300D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90873D-EC9C-BC69-BC61-41ECA3D9D0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2AB1FC-488C-5978-C7D8-4A327E36E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53923-DC65-43B9-AEE0-13873F493CA0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89C7E7-708C-7AB2-7CEE-64267064B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683A62-4B1E-179B-9E2E-3FDF08DB6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7BFAF-4B6E-4925-B0E2-740F6790A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615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EBB6F-9193-3AC8-A90B-6270CA995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BC2517-5A6F-E8FB-A843-A0D9D70DFC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FB8061-7E3C-52BE-8AFD-DB5C1CCC6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53923-DC65-43B9-AEE0-13873F493CA0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43D6D-78BD-2A9C-DFD4-FB1AD7FC3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49F2C-8E27-461E-B492-BFA994CDA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7BFAF-4B6E-4925-B0E2-740F6790A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076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A221D-AB16-2E50-AC32-D9C9CEAAA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9E0466-1848-61F1-9C23-6F611346AD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EA9C53-F87F-5410-EF72-FEF120952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53923-DC65-43B9-AEE0-13873F493CA0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573772-B4A2-B7F7-3566-EC6FF264B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027D8C-BE11-9F3F-27F1-8317E7DD4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7BFAF-4B6E-4925-B0E2-740F6790A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7630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2ACE4-A4C7-8EDF-1675-5AAB5B981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F24DFA-9DD4-52E4-22B3-890EDAC7E6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7AB47F-1839-A3B4-1F5D-4E17FF90ED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869D0E-72F5-3549-43D4-906DDB7CA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53923-DC65-43B9-AEE0-13873F493CA0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46A9EE-D15D-D9A9-F50F-D17B89190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0C00AF-9DB8-7598-7C28-86A8FA1AB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7BFAF-4B6E-4925-B0E2-740F6790A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948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48FEB-3B06-1451-599D-51F744936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CCBE3E-76C9-E454-43A6-A2649CC31C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9B603-8E9F-56DC-340A-F1897A9CC5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8D42BD-2413-5256-A1F2-F835A623EF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95EA33-CBC4-204A-E34B-FF4B05DC80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F8D207-15BC-3245-04C3-CF3CDB3ED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53923-DC65-43B9-AEE0-13873F493CA0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946A42-F24E-AB18-EBB2-745C69351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380E61-8E38-E341-17FD-3BB6ED08D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7BFAF-4B6E-4925-B0E2-740F6790A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696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C551F-AAD4-FBD4-1B1D-2066E50D2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CA504A-8E07-E069-CC87-1B45CF424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53923-DC65-43B9-AEE0-13873F493CA0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965007-DECF-9AD6-73C2-1088B22F4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491492-4DB9-61B7-99CD-984857F81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7BFAF-4B6E-4925-B0E2-740F6790A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105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25C133-E139-B146-2FAA-26C97E9B8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53923-DC65-43B9-AEE0-13873F493CA0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23BD5A-5717-A298-F5C6-81EF7735F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7225DB-207F-CFA0-D878-02C391BD7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7BFAF-4B6E-4925-B0E2-740F6790A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7383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16FEE-8E1D-BA8F-E844-2A84F5599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2985B-BC0D-3568-75B7-FACE3E8318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05F300-03D3-CAAC-4088-6968EA0157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59569B-4EC1-8DCA-594D-A5E172225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53923-DC65-43B9-AEE0-13873F493CA0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001DBE-4EA0-2717-29E7-D063B4622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039F28-DB39-D684-783A-174549829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7BFAF-4B6E-4925-B0E2-740F6790A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842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7A5E0-FB5F-468E-9A26-D15638B84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955F80-1B09-A95D-37BF-A4DDE67E8CE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9E9022-933D-EA34-8015-66C974AEC2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454DEC-8F0A-1D99-85DE-A5919CBF2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53923-DC65-43B9-AEE0-13873F493CA0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9A85E7-EBFE-DD84-EC97-F9538EE68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BB9088-F167-1446-CEF8-7D977E9C1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7BFAF-4B6E-4925-B0E2-740F6790A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993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B7A94-4E01-404E-CEA3-7F6C1331F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D3F0FE-108A-E6C9-5BB8-4BD8DAD14E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8FCBBC-EFE1-96BF-2966-037209A7B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53923-DC65-43B9-AEE0-13873F493CA0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3D33E-0FF0-8E92-CBFA-251796DBF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D7629C-B854-7F0E-4327-F12BD0EF3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7BFAF-4B6E-4925-B0E2-740F6790A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641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222B19-DC31-D753-8C91-668CDDB2FA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7F8361-BAF7-7ABB-8D18-C15B25D506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998F1C-EC9F-9A1C-642B-4DA1ED72D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53923-DC65-43B9-AEE0-13873F493CA0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79FB06-B882-EDE5-2A2D-8B778C910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EB3E6D-48BC-63EC-2025-0D3E387B2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7BFAF-4B6E-4925-B0E2-740F6790A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945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2A6766-E6D6-93D0-CD16-FAC2BC8DA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6B98D5-8FFD-8E60-1AA6-2D11124B42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E862E8-7471-724D-9954-A71750FAA4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353923-DC65-43B9-AEE0-13873F493CA0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9244C2-A624-AF13-AC94-04B780866F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C8B9CB-6236-DB8F-5688-0F8C054095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C7BFAF-4B6E-4925-B0E2-740F6790A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273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17C0E-A535-731E-F055-F8AB4F5362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EC53A1-50B9-BAB7-E7F9-3D686F6EEB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9176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Kristin Loucks</dc:creator>
  <cp:lastModifiedBy>Kristin Loucks</cp:lastModifiedBy>
  <cp:revision>1</cp:revision>
  <dcterms:created xsi:type="dcterms:W3CDTF">2026-10-29T00:08:09Z</dcterms:created>
  <dcterms:modified xsi:type="dcterms:W3CDTF">2026-10-29T00:08:21Z</dcterms:modified>
</cp:coreProperties>
</file>